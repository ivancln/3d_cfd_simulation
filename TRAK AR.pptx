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1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EDAA-BF87-7FDE-6A58-74DC36A0D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29D395-8F5E-F74D-4F4B-4F4B8E54B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0A3DD-5DCF-964D-A7D9-D64292B0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C8C3C-B548-400D-8F27-E4D674E07F9E}" type="datetimeFigureOut">
              <a:rPr lang="it-IT" smtClean="0"/>
              <a:t>21/08/2026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80E0C-A2DC-FA9B-C3E4-458015060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04626-E922-2986-85A7-3F5237542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A93C-B024-4E20-9B7B-5E750EDA836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682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8DC29-C6A1-8820-1EAE-BC8BCBFA6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B94DB-4775-26F0-72BB-E0887B6BC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1BFDE-880F-9F85-6457-0362FBB87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C8C3C-B548-400D-8F27-E4D674E07F9E}" type="datetimeFigureOut">
              <a:rPr lang="it-IT" smtClean="0"/>
              <a:t>21/08/2026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C53F4-0C36-A19A-4E6E-D307483E1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C580C-4DD3-F981-00A3-F77492448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A93C-B024-4E20-9B7B-5E750EDA836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0998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33BB4-ECED-DD21-2F0E-ACE90A15F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1A762-F4E3-8AE3-BF23-558FCCEE6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8F7AB-81E6-FFFF-255F-167599F7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C8C3C-B548-400D-8F27-E4D674E07F9E}" type="datetimeFigureOut">
              <a:rPr lang="it-IT" smtClean="0"/>
              <a:t>21/08/2026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E3C18-DDF7-BDB6-BBA7-8E188DE0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6A342-C0A6-CBE6-4FF5-E24A6D62E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A93C-B024-4E20-9B7B-5E750EDA836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019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2ABD9-B917-5259-29D6-CD9A94DF8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AF047-BA96-6CF3-83EA-841A9D237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56337-B765-C18A-326E-849CE965B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8BA17-286F-A279-FBD2-03004811D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C8C3C-B548-400D-8F27-E4D674E07F9E}" type="datetimeFigureOut">
              <a:rPr lang="it-IT" smtClean="0"/>
              <a:t>21/08/2026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4D9CC-2144-FC74-A5C9-B4A7B3782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612DD-0881-A74A-34DB-2C8D5F79D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A93C-B024-4E20-9B7B-5E750EDA836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4378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0929-60C8-6D6C-D5A2-D5A5623EC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86E75-2768-5CA8-194C-C02BEA66C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A217A-E28D-DFC9-EB93-40009E05C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2CF8F-F8F7-1888-84F8-1A7E69B383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1E6BAD-CB17-B9D2-6C7A-F558DE230E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FD6C1D-A964-CC9F-F72A-B8D9D0EE3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C8C3C-B548-400D-8F27-E4D674E07F9E}" type="datetimeFigureOut">
              <a:rPr lang="it-IT" smtClean="0"/>
              <a:t>21/08/2026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2A17D8-EF87-2352-2A0B-01F90E871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393AB2-BF92-6348-7A18-A31572A7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A93C-B024-4E20-9B7B-5E750EDA836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0005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56C19-E4F8-6D15-6EEB-BD6A50196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06B09E-8303-FF20-2E99-DE2E89676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C8C3C-B548-400D-8F27-E4D674E07F9E}" type="datetimeFigureOut">
              <a:rPr lang="it-IT" smtClean="0"/>
              <a:t>21/08/2026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7E314A-D170-6297-80E5-07A71251B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5D9F7-126A-860D-2F50-F76454F3A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A93C-B024-4E20-9B7B-5E750EDA836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4301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95F8AE-E8BE-3401-91AD-2A61A71B0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C8C3C-B548-400D-8F27-E4D674E07F9E}" type="datetimeFigureOut">
              <a:rPr lang="it-IT" smtClean="0"/>
              <a:t>21/08/2026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046171-D25D-9E1A-5D1E-6024505D5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7311B-3F96-80A5-FFB6-253BA0F9A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A93C-B024-4E20-9B7B-5E750EDA836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604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1CFBA-1B5F-DD8A-3419-6F809E861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4F6C6-08E7-5D50-B175-1D23FDDA3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FDE6B-97B9-B551-573F-765B8C248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2538C-B866-0A7C-32D9-857AB28D5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C8C3C-B548-400D-8F27-E4D674E07F9E}" type="datetimeFigureOut">
              <a:rPr lang="it-IT" smtClean="0"/>
              <a:t>21/08/2026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B99AA-14AF-07F8-B2C8-EBBC4ED98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2AF39-596F-D16B-AFF2-87492490C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A93C-B024-4E20-9B7B-5E750EDA836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5366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B3526-8197-7977-D1CD-51868121F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5D40D7-C4EB-31DA-A8A0-6637B746E5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A1C0C-A2C0-21F4-8226-F0695E724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92F93-51CF-C0C0-9CBE-05BD544EF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C8C3C-B548-400D-8F27-E4D674E07F9E}" type="datetimeFigureOut">
              <a:rPr lang="it-IT" smtClean="0"/>
              <a:t>21/08/2026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A5290-DBB4-0C09-E588-75D3C2CEA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7E3E5-A95E-C56D-1CD7-9C344A311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A93C-B024-4E20-9B7B-5E750EDA836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7780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BF65D-B410-BCE4-D871-680EBCF7B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0D9FBB-C1F9-34AB-18C5-1FD87445DE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98B7-780B-D88D-E8C6-FE4A218C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C8C3C-B548-400D-8F27-E4D674E07F9E}" type="datetimeFigureOut">
              <a:rPr lang="it-IT" smtClean="0"/>
              <a:t>21/08/2026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4E132-F849-39C8-ED71-51257BC72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24B9D-8096-0EEC-460E-0F601428A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A93C-B024-4E20-9B7B-5E750EDA836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3950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5F8959-84D5-47B6-68F2-99D57AEA2D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6238EA-4E12-950D-A371-C58EED8D7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69155-5940-7B2F-8B31-C4717F444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C8C3C-B548-400D-8F27-E4D674E07F9E}" type="datetimeFigureOut">
              <a:rPr lang="it-IT" smtClean="0"/>
              <a:t>21/08/2026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B16B4-A858-363A-0189-CF9338D23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74DE9-0027-EEF3-D985-8222C944F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9A93C-B024-4E20-9B7B-5E750EDA836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1180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B3AA5-0E6F-9A38-4D3A-70A1E72BA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96B2F-89C6-29E5-3874-C7CBAB9C2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AC22B-9D31-BC01-8051-9B79432D5B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DC8C3C-B548-400D-8F27-E4D674E07F9E}" type="datetimeFigureOut">
              <a:rPr lang="it-IT" smtClean="0"/>
              <a:t>21/08/2026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92711-E9E8-7216-EFB2-E7211E3C4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0231B-BBD7-3735-C962-F0856E9F4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49A93C-B024-4E20-9B7B-5E750EDA836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0342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7AC0D-2290-33D3-CE91-0107BDC85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4550" y="444501"/>
            <a:ext cx="10502900" cy="990599"/>
          </a:xfrm>
        </p:spPr>
        <p:txBody>
          <a:bodyPr>
            <a:normAutofit fontScale="90000"/>
          </a:bodyPr>
          <a:lstStyle/>
          <a:p>
            <a:r>
              <a:rPr lang="it-IT" dirty="0"/>
              <a:t>TRAK: </a:t>
            </a:r>
            <a:r>
              <a:rPr lang="it-IT" sz="4400" dirty="0" err="1"/>
              <a:t>aerodynamic</a:t>
            </a:r>
            <a:r>
              <a:rPr lang="it-IT" sz="4400" dirty="0"/>
              <a:t> </a:t>
            </a:r>
            <a:r>
              <a:rPr lang="it-IT" sz="4400" dirty="0" err="1"/>
              <a:t>development</a:t>
            </a:r>
            <a:r>
              <a:rPr lang="it-IT" sz="4400" dirty="0"/>
              <a:t> from T1Rs</a:t>
            </a:r>
            <a:endParaRPr lang="it-I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B8A78-3CE0-CA5C-22D7-6F1F4CEE8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583" y="3142034"/>
            <a:ext cx="9144000" cy="990599"/>
          </a:xfrm>
        </p:spPr>
        <p:txBody>
          <a:bodyPr>
            <a:normAutofit lnSpcReduction="10000"/>
          </a:bodyPr>
          <a:lstStyle/>
          <a:p>
            <a:pPr algn="l"/>
            <a:r>
              <a:rPr lang="it-IT" dirty="0"/>
              <a:t>Road vs Track </a:t>
            </a:r>
            <a:r>
              <a:rPr lang="it-IT" dirty="0" err="1"/>
              <a:t>refinement</a:t>
            </a:r>
            <a:r>
              <a:rPr lang="it-IT" dirty="0"/>
              <a:t> </a:t>
            </a:r>
            <a:r>
              <a:rPr lang="it-IT" dirty="0" err="1"/>
              <a:t>regions</a:t>
            </a:r>
            <a:r>
              <a:rPr lang="it-IT" dirty="0"/>
              <a:t>:</a:t>
            </a:r>
            <a:br>
              <a:rPr lang="it-IT" dirty="0"/>
            </a:br>
            <a:r>
              <a:rPr lang="it-IT" dirty="0"/>
              <a:t>the </a:t>
            </a:r>
            <a:r>
              <a:rPr lang="it-IT" dirty="0" err="1"/>
              <a:t>region</a:t>
            </a:r>
            <a:r>
              <a:rPr lang="it-IT" dirty="0"/>
              <a:t> 3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longer</a:t>
            </a:r>
            <a:r>
              <a:rPr lang="it-IT" dirty="0"/>
              <a:t> in the che of the </a:t>
            </a:r>
            <a:r>
              <a:rPr lang="it-IT" dirty="0" err="1"/>
              <a:t>Trak</a:t>
            </a:r>
            <a:r>
              <a:rPr lang="it-IT" dirty="0"/>
              <a:t> OF case. In the </a:t>
            </a:r>
            <a:r>
              <a:rPr lang="it-IT" dirty="0" err="1"/>
              <a:t>foreward</a:t>
            </a:r>
            <a:r>
              <a:rPr lang="it-IT" dirty="0"/>
              <a:t> </a:t>
            </a:r>
            <a:r>
              <a:rPr lang="it-IT" dirty="0" err="1"/>
              <a:t>direction</a:t>
            </a:r>
            <a:r>
              <a:rPr lang="it-IT" dirty="0"/>
              <a:t> the </a:t>
            </a:r>
            <a:r>
              <a:rPr lang="it-IT" dirty="0" err="1"/>
              <a:t>refinement</a:t>
            </a:r>
            <a:r>
              <a:rPr lang="it-IT" dirty="0"/>
              <a:t> </a:t>
            </a:r>
            <a:r>
              <a:rPr lang="it-IT" dirty="0" err="1"/>
              <a:t>region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-1,05m </a:t>
            </a:r>
            <a:r>
              <a:rPr lang="it-IT" dirty="0" err="1"/>
              <a:t>instead</a:t>
            </a:r>
            <a:r>
              <a:rPr lang="it-IT" dirty="0"/>
              <a:t> of -0,95m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5614E-D870-678F-03C6-D63E765A5A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132"/>
          <a:stretch>
            <a:fillRect/>
          </a:stretch>
        </p:blipFill>
        <p:spPr>
          <a:xfrm>
            <a:off x="0" y="1244643"/>
            <a:ext cx="12192000" cy="18973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10DF6D-A716-0DAE-F93B-3A6196CAB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82646"/>
            <a:ext cx="12192000" cy="238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010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DFC21-8EFF-0D2C-EAD1-A7FF1C13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47C24-22F1-7A21-F3E0-E1DFE6617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4550" y="444501"/>
            <a:ext cx="10502900" cy="990599"/>
          </a:xfrm>
        </p:spPr>
        <p:txBody>
          <a:bodyPr>
            <a:normAutofit fontScale="90000"/>
          </a:bodyPr>
          <a:lstStyle/>
          <a:p>
            <a:r>
              <a:rPr lang="it-IT" dirty="0"/>
              <a:t>TRAK: </a:t>
            </a:r>
            <a:r>
              <a:rPr lang="it-IT" sz="4400" dirty="0" err="1"/>
              <a:t>aerodynamic</a:t>
            </a:r>
            <a:r>
              <a:rPr lang="it-IT" sz="4400" dirty="0"/>
              <a:t> </a:t>
            </a:r>
            <a:r>
              <a:rPr lang="it-IT" sz="4400" dirty="0" err="1"/>
              <a:t>development</a:t>
            </a:r>
            <a:r>
              <a:rPr lang="it-IT" sz="4400" dirty="0"/>
              <a:t> from T1Rs</a:t>
            </a:r>
            <a:endParaRPr lang="it-I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63BA6-6FFD-6DD1-5EE3-0E3636148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583" y="3142034"/>
            <a:ext cx="9144000" cy="990599"/>
          </a:xfrm>
        </p:spPr>
        <p:txBody>
          <a:bodyPr>
            <a:normAutofit/>
          </a:bodyPr>
          <a:lstStyle/>
          <a:p>
            <a:pPr algn="l"/>
            <a:r>
              <a:rPr lang="it-IT" dirty="0"/>
              <a:t>In the case of track with mannequin the </a:t>
            </a:r>
            <a:r>
              <a:rPr lang="it-IT" dirty="0" err="1"/>
              <a:t>regions</a:t>
            </a:r>
            <a:r>
              <a:rPr lang="it-IT" dirty="0"/>
              <a:t> must be </a:t>
            </a:r>
            <a:r>
              <a:rPr lang="it-IT" dirty="0" err="1"/>
              <a:t>revised</a:t>
            </a:r>
            <a:r>
              <a:rPr lang="it-IT" dirty="0"/>
              <a:t> to include the body </a:t>
            </a:r>
            <a:r>
              <a:rPr lang="it-IT" dirty="0" err="1"/>
              <a:t>into</a:t>
            </a:r>
            <a:r>
              <a:rPr lang="it-IT" dirty="0"/>
              <a:t> a </a:t>
            </a:r>
            <a:r>
              <a:rPr lang="it-IT" dirty="0" err="1"/>
              <a:t>finer</a:t>
            </a:r>
            <a:r>
              <a:rPr lang="it-IT" dirty="0"/>
              <a:t> mesh zone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D59722-B72A-1E69-22BD-C7F4CE3FD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82646"/>
            <a:ext cx="12192000" cy="23837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997ABB-A227-4DF9-935F-5488E9A2F6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176"/>
          <a:stretch>
            <a:fillRect/>
          </a:stretch>
        </p:blipFill>
        <p:spPr>
          <a:xfrm>
            <a:off x="0" y="1279457"/>
            <a:ext cx="12192000" cy="186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585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65C5D-611F-8D40-2F46-E95E6C003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C370D-99D8-A80D-7EE9-464F1804B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4550" y="104028"/>
            <a:ext cx="10502900" cy="990599"/>
          </a:xfrm>
        </p:spPr>
        <p:txBody>
          <a:bodyPr>
            <a:normAutofit fontScale="90000"/>
          </a:bodyPr>
          <a:lstStyle/>
          <a:p>
            <a:r>
              <a:rPr lang="it-IT" dirty="0"/>
              <a:t>TRAK: </a:t>
            </a:r>
            <a:r>
              <a:rPr lang="it-IT" sz="4400" dirty="0" err="1"/>
              <a:t>aerodynamic</a:t>
            </a:r>
            <a:r>
              <a:rPr lang="it-IT" sz="4400" dirty="0"/>
              <a:t> </a:t>
            </a:r>
            <a:r>
              <a:rPr lang="it-IT" sz="4400" dirty="0" err="1"/>
              <a:t>development</a:t>
            </a:r>
            <a:r>
              <a:rPr lang="it-IT" sz="4400" dirty="0"/>
              <a:t> from T1Rs</a:t>
            </a:r>
            <a:endParaRPr lang="it-I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A1FC27-C055-1839-768C-C3855E57F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582" y="2840480"/>
            <a:ext cx="9750358" cy="1492140"/>
          </a:xfrm>
        </p:spPr>
        <p:txBody>
          <a:bodyPr>
            <a:normAutofit/>
          </a:bodyPr>
          <a:lstStyle/>
          <a:p>
            <a:pPr algn="l"/>
            <a:r>
              <a:rPr lang="it-IT" sz="1800" dirty="0"/>
              <a:t>The </a:t>
            </a:r>
            <a:r>
              <a:rPr lang="it-IT" sz="1800" dirty="0" err="1"/>
              <a:t>region</a:t>
            </a:r>
            <a:r>
              <a:rPr lang="it-IT" sz="1800" dirty="0"/>
              <a:t> 2 </a:t>
            </a:r>
            <a:r>
              <a:rPr lang="it-IT" sz="1800" dirty="0" err="1"/>
              <a:t>includes</a:t>
            </a:r>
            <a:r>
              <a:rPr lang="it-IT" sz="1800" dirty="0"/>
              <a:t> the </a:t>
            </a:r>
            <a:r>
              <a:rPr lang="it-IT" sz="1800" dirty="0" err="1"/>
              <a:t>whole</a:t>
            </a:r>
            <a:r>
              <a:rPr lang="it-IT" sz="1800" dirty="0"/>
              <a:t> body with a </a:t>
            </a:r>
            <a:r>
              <a:rPr lang="it-IT" sz="1800" dirty="0" err="1"/>
              <a:t>ymax</a:t>
            </a:r>
            <a:r>
              <a:rPr lang="it-IT" sz="1800" dirty="0"/>
              <a:t>=1,1m</a:t>
            </a:r>
          </a:p>
          <a:p>
            <a:pPr algn="l"/>
            <a:r>
              <a:rPr lang="it-IT" sz="1800" dirty="0"/>
              <a:t>The </a:t>
            </a:r>
            <a:r>
              <a:rPr lang="it-IT" sz="1800" dirty="0" err="1"/>
              <a:t>region</a:t>
            </a:r>
            <a:r>
              <a:rPr lang="it-IT" sz="1800" dirty="0"/>
              <a:t> 3 </a:t>
            </a:r>
            <a:r>
              <a:rPr lang="it-IT" sz="1800" dirty="0" err="1"/>
              <a:t>includes</a:t>
            </a:r>
            <a:r>
              <a:rPr lang="it-IT" sz="1800" dirty="0"/>
              <a:t> the </a:t>
            </a:r>
            <a:r>
              <a:rPr lang="it-IT" sz="1800" dirty="0" err="1"/>
              <a:t>legs</a:t>
            </a:r>
            <a:r>
              <a:rPr lang="it-IT" sz="1800" dirty="0"/>
              <a:t> and the extensions + hands, </a:t>
            </a:r>
            <a:r>
              <a:rPr lang="it-IT" sz="1800" dirty="0" err="1"/>
              <a:t>but</a:t>
            </a:r>
            <a:r>
              <a:rPr lang="it-IT" sz="1800" dirty="0"/>
              <a:t> </a:t>
            </a:r>
            <a:r>
              <a:rPr lang="it-IT" sz="1800" dirty="0" err="1"/>
              <a:t>not</a:t>
            </a:r>
            <a:r>
              <a:rPr lang="it-IT" sz="1800" dirty="0"/>
              <a:t> the head and the back of the body. </a:t>
            </a:r>
            <a:r>
              <a:rPr lang="it-IT" sz="1800" dirty="0" err="1"/>
              <a:t>This</a:t>
            </a:r>
            <a:r>
              <a:rPr lang="it-IT" sz="1800" dirty="0"/>
              <a:t> </a:t>
            </a:r>
            <a:r>
              <a:rPr lang="it-IT" sz="1800" dirty="0" err="1"/>
              <a:t>approach</a:t>
            </a:r>
            <a:r>
              <a:rPr lang="it-IT" sz="1800" dirty="0"/>
              <a:t> </a:t>
            </a:r>
            <a:r>
              <a:rPr lang="it-IT" sz="1800" dirty="0" err="1"/>
              <a:t>is</a:t>
            </a:r>
            <a:r>
              <a:rPr lang="it-IT" sz="1800" dirty="0"/>
              <a:t> good </a:t>
            </a:r>
            <a:r>
              <a:rPr lang="it-IT" sz="1800" dirty="0" err="1"/>
              <a:t>util</a:t>
            </a:r>
            <a:r>
              <a:rPr lang="it-IT" sz="1800" dirty="0"/>
              <a:t> the body position </a:t>
            </a:r>
            <a:r>
              <a:rPr lang="it-IT" sz="1800" dirty="0" err="1"/>
              <a:t>is</a:t>
            </a:r>
            <a:r>
              <a:rPr lang="it-IT" sz="1800" dirty="0"/>
              <a:t> </a:t>
            </a:r>
            <a:r>
              <a:rPr lang="it-IT" sz="1800" dirty="0" err="1"/>
              <a:t>not</a:t>
            </a:r>
            <a:r>
              <a:rPr lang="it-IT" sz="1800" dirty="0"/>
              <a:t> </a:t>
            </a:r>
            <a:r>
              <a:rPr lang="it-IT" sz="1800" dirty="0" err="1"/>
              <a:t>investigated</a:t>
            </a:r>
            <a:r>
              <a:rPr lang="it-IT" sz="1800" dirty="0"/>
              <a:t>, </a:t>
            </a:r>
            <a:r>
              <a:rPr lang="it-IT" sz="1800" dirty="0" err="1"/>
              <a:t>but</a:t>
            </a:r>
            <a:r>
              <a:rPr lang="it-IT" sz="1800" dirty="0"/>
              <a:t> the </a:t>
            </a:r>
            <a:r>
              <a:rPr lang="it-IT" sz="1800" dirty="0" err="1"/>
              <a:t>only</a:t>
            </a:r>
            <a:r>
              <a:rPr lang="it-IT" sz="1800" dirty="0"/>
              <a:t> </a:t>
            </a:r>
            <a:r>
              <a:rPr lang="it-IT" sz="1800" dirty="0" err="1"/>
              <a:t>interest</a:t>
            </a:r>
            <a:r>
              <a:rPr lang="it-IT" sz="1800" dirty="0"/>
              <a:t> </a:t>
            </a:r>
            <a:r>
              <a:rPr lang="it-IT" sz="1800" dirty="0" err="1"/>
              <a:t>regards</a:t>
            </a:r>
            <a:r>
              <a:rPr lang="it-IT" sz="1800" dirty="0"/>
              <a:t> the interaction </a:t>
            </a:r>
            <a:r>
              <a:rPr lang="it-IT" sz="1800" dirty="0" err="1"/>
              <a:t>between</a:t>
            </a:r>
            <a:r>
              <a:rPr lang="it-IT" sz="1800" dirty="0"/>
              <a:t> the body and the bike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8131A5-A6EA-9D95-F6CD-9FF194AEEC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176"/>
          <a:stretch>
            <a:fillRect/>
          </a:stretch>
        </p:blipFill>
        <p:spPr>
          <a:xfrm>
            <a:off x="0" y="977902"/>
            <a:ext cx="12192000" cy="18625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D0A061-E230-941D-A72A-BE4B61C63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32620"/>
            <a:ext cx="12192000" cy="252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29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134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TRAK: aerodynamic development from T1Rs</vt:lpstr>
      <vt:lpstr>TRAK: aerodynamic development from T1Rs</vt:lpstr>
      <vt:lpstr>TRAK: aerodynamic development from T1Rs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Donati</dc:creator>
  <cp:lastModifiedBy>Ivan Donati</cp:lastModifiedBy>
  <cp:revision>4</cp:revision>
  <dcterms:created xsi:type="dcterms:W3CDTF">2026-08-21T08:08:01Z</dcterms:created>
  <dcterms:modified xsi:type="dcterms:W3CDTF">2026-08-21T14:59:40Z</dcterms:modified>
</cp:coreProperties>
</file>